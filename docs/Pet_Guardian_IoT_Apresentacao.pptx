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1683193304798" /><Relationship Type="http://schemas.openxmlformats.org/officeDocument/2006/relationships/extended-properties" Target="/docProps/app.xml" Id="R470e3008a5e741db" /><Relationship Type="http://schemas.openxmlformats.org/officeDocument/2006/relationships/officeDocument" Target="/ppt/presentation.xml" Id="Re6ed5064ca7c44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1730952114008"/>
  </p:sldMasterIdLst>
  <p:notesMasterIdLst>
    <p:notesMasterId xmlns:r="http://schemas.openxmlformats.org/officeDocument/2006/relationships" r:id="R96957becab46496f"/>
  </p:notesMasterIdLst>
  <p:sldIdLst>
    <p:sldId xmlns:r="http://schemas.openxmlformats.org/officeDocument/2006/relationships" id="256" r:id="R5aaf1898f4454455"/>
    <p:sldId xmlns:r="http://schemas.openxmlformats.org/officeDocument/2006/relationships" id="257" r:id="R2c6d814be7824fbc"/>
    <p:sldId xmlns:r="http://schemas.openxmlformats.org/officeDocument/2006/relationships" id="258" r:id="R4adf2c9f405a4573"/>
    <p:sldId xmlns:r="http://schemas.openxmlformats.org/officeDocument/2006/relationships" id="259" r:id="R2fcafd99e9ab46de"/>
    <p:sldId xmlns:r="http://schemas.openxmlformats.org/officeDocument/2006/relationships" id="260" r:id="Rcfcefea0430b4b9a"/>
    <p:sldId xmlns:r="http://schemas.openxmlformats.org/officeDocument/2006/relationships" id="261" r:id="R04b288bb234549c4"/>
    <p:sldId xmlns:r="http://schemas.openxmlformats.org/officeDocument/2006/relationships" id="262" r:id="Rb0354713b2584c8e"/>
    <p:sldId xmlns:r="http://schemas.openxmlformats.org/officeDocument/2006/relationships" id="263" r:id="Ra0e019cb3e6e41c7"/>
    <p:sldId xmlns:r="http://schemas.openxmlformats.org/officeDocument/2006/relationships" id="264" r:id="R2b3a71d6f2434564"/>
    <p:sldId xmlns:r="http://schemas.openxmlformats.org/officeDocument/2006/relationships" id="265" r:id="Raed702643de048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121429c60242bd" /><Relationship Type="http://schemas.openxmlformats.org/officeDocument/2006/relationships/slideMaster" Target="/ppt/slideMasters/slideMaster1.xml" Id="Rdb71730952114008" /><Relationship Type="http://schemas.openxmlformats.org/officeDocument/2006/relationships/notesMaster" Target="/ppt/notesMasters/notesMaster1.xml" Id="R96957becab46496f" /><Relationship Type="http://schemas.openxmlformats.org/officeDocument/2006/relationships/presProps" Target="/ppt/presProps.xml" Id="Rc22e0f2e65ce42f8" /><Relationship Type="http://schemas.openxmlformats.org/officeDocument/2006/relationships/viewProps" Target="/ppt/viewProps.xml" Id="R5f7dd96dca8b4e50" /><Relationship Type="http://schemas.openxmlformats.org/officeDocument/2006/relationships/tableStyles" Target="/ppt/tableStyles.xml" Id="R9f8815b2b7b44f35" /><Relationship Type="http://schemas.openxmlformats.org/officeDocument/2006/relationships/slide" Target="/ppt/slides/slide1.xml" Id="R5aaf1898f4454455" /><Relationship Type="http://schemas.openxmlformats.org/officeDocument/2006/relationships/slide" Target="/ppt/slides/slide2.xml" Id="R2c6d814be7824fbc" /><Relationship Type="http://schemas.openxmlformats.org/officeDocument/2006/relationships/slide" Target="/ppt/slides/slide3.xml" Id="R4adf2c9f405a4573" /><Relationship Type="http://schemas.openxmlformats.org/officeDocument/2006/relationships/slide" Target="/ppt/slides/slide4.xml" Id="R2fcafd99e9ab46de" /><Relationship Type="http://schemas.openxmlformats.org/officeDocument/2006/relationships/slide" Target="/ppt/slides/slide5.xml" Id="Rcfcefea0430b4b9a" /><Relationship Type="http://schemas.openxmlformats.org/officeDocument/2006/relationships/slide" Target="/ppt/slides/slide6.xml" Id="R04b288bb234549c4" /><Relationship Type="http://schemas.openxmlformats.org/officeDocument/2006/relationships/slide" Target="/ppt/slides/slide7.xml" Id="Rb0354713b2584c8e" /><Relationship Type="http://schemas.openxmlformats.org/officeDocument/2006/relationships/slide" Target="/ppt/slides/slide8.xml" Id="Ra0e019cb3e6e41c7" /><Relationship Type="http://schemas.openxmlformats.org/officeDocument/2006/relationships/slide" Target="/ppt/slides/slide9.xml" Id="R2b3a71d6f2434564" /><Relationship Type="http://schemas.openxmlformats.org/officeDocument/2006/relationships/slide" Target="/ppt/slides/slide10.xml" Id="Raed702643de048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db1eb05284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4f2f7072da48a8" /><Relationship Type="http://schemas.openxmlformats.org/officeDocument/2006/relationships/notesMaster" Target="/ppt/notesMasters/notesMaster1.xml" Id="Rc6613830b035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54745b2c94461" /><Relationship Type="http://schemas.openxmlformats.org/officeDocument/2006/relationships/notesMaster" Target="/ppt/notesMasters/notesMaster1.xml" Id="Rb5658309be0846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11768371c44cbf" /><Relationship Type="http://schemas.openxmlformats.org/officeDocument/2006/relationships/notesMaster" Target="/ppt/notesMasters/notesMaster1.xml" Id="Rd600c3c6378442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44d24e8b5a4d56" /><Relationship Type="http://schemas.openxmlformats.org/officeDocument/2006/relationships/notesMaster" Target="/ppt/notesMasters/notesMaster1.xml" Id="R7c46fbfe635d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cc9b843df495b" /><Relationship Type="http://schemas.openxmlformats.org/officeDocument/2006/relationships/notesMaster" Target="/ppt/notesMasters/notesMaster1.xml" Id="R0a36667a71d6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2319284af4b2d" /><Relationship Type="http://schemas.openxmlformats.org/officeDocument/2006/relationships/notesMaster" Target="/ppt/notesMasters/notesMaster1.xml" Id="Rd6da76bcebed4e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4ebd128554c01" /><Relationship Type="http://schemas.openxmlformats.org/officeDocument/2006/relationships/notesMaster" Target="/ppt/notesMasters/notesMaster1.xml" Id="R4629f7702e904c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147ea5d834fc5" /><Relationship Type="http://schemas.openxmlformats.org/officeDocument/2006/relationships/notesMaster" Target="/ppt/notesMasters/notesMaster1.xml" Id="Rfe29b8a43bf640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8ed585f14f4bee" /><Relationship Type="http://schemas.openxmlformats.org/officeDocument/2006/relationships/notesMaster" Target="/ppt/notesMasters/notesMaster1.xml" Id="R4d1a6965e17340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e36fb2cebd481d" /><Relationship Type="http://schemas.openxmlformats.org/officeDocument/2006/relationships/notesMaster" Target="/ppt/notesMasters/notesMaster1.xml" Id="R0ec15b7f5244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c006b3af4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4a39ee5a5c4a1d" /><Relationship Type="http://schemas.openxmlformats.org/officeDocument/2006/relationships/slideLayout" Target="/ppt/slideLayouts/slideLayout1.xml" Id="Rfb1834f4e775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834f4e775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071eaefd4313" /><Relationship Type="http://schemas.openxmlformats.org/officeDocument/2006/relationships/notesSlide" Target="/ppt/notesSlides/notesSlide1.xml" Id="Rd89396151b1e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6122bf3c5401c" /><Relationship Type="http://schemas.openxmlformats.org/officeDocument/2006/relationships/notesSlide" Target="/ppt/notesSlides/notesSlide2.xml" Id="R99ff6ed06c6b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e32e121fc4878" /><Relationship Type="http://schemas.openxmlformats.org/officeDocument/2006/relationships/notesSlide" Target="/ppt/notesSlides/notesSlide3.xml" Id="Ree5651928f2d47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2a6ae4f04b36" /><Relationship Type="http://schemas.openxmlformats.org/officeDocument/2006/relationships/image" Target="/ppt/media/image.png" Id="Rcee0a7516aee4ffd" /><Relationship Type="http://schemas.openxmlformats.org/officeDocument/2006/relationships/notesSlide" Target="/ppt/notesSlides/notesSlide4.xml" Id="R2a42678832f4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da4fa7eb44ad" /><Relationship Type="http://schemas.openxmlformats.org/officeDocument/2006/relationships/image" Target="/ppt/media/image2.png" Id="Rff6fed3b69914163" /><Relationship Type="http://schemas.openxmlformats.org/officeDocument/2006/relationships/notesSlide" Target="/ppt/notesSlides/notesSlide5.xml" Id="R48bb6d5e9930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310dbff344760" /><Relationship Type="http://schemas.openxmlformats.org/officeDocument/2006/relationships/notesSlide" Target="/ppt/notesSlides/notesSlide6.xml" Id="Re5a205e3cad645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6f9a713234dde" /><Relationship Type="http://schemas.openxmlformats.org/officeDocument/2006/relationships/notesSlide" Target="/ppt/notesSlides/notesSlide7.xml" Id="R1c22ad41f9bc43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3fa9265f84850" /><Relationship Type="http://schemas.openxmlformats.org/officeDocument/2006/relationships/notesSlide" Target="/ppt/notesSlides/notesSlide8.xml" Id="R771671535f81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c02c7ce145b8" /><Relationship Type="http://schemas.openxmlformats.org/officeDocument/2006/relationships/notesSlide" Target="/ppt/notesSlides/notesSlide9.xml" Id="R09f8517be4f544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876d9a41c41a6" /><Relationship Type="http://schemas.openxmlformats.org/officeDocument/2006/relationships/notesSlide" Target="/ppt/notesSlides/notesSlide10.xml" Id="R1b4085226bc644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535C4-76E7-4157-8C37-50B579A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953DE-6E02-42F1-985F-4403168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PROJETO INTEGRADOR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25EAC-59D4-42AE-B982-D89E9E3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 Guardian 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FE10F-5C92-461D-9319-B1BB201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7620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Monitoramento e cuidado remoto de animais com duas ESP32, câmera, nuvem e aplicativo Android.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5B300-3333-436E-A180-11CEB0A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F6FD8-6481-4646-A82D-98910EF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ESP32 + sensores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078C2-4B9C-42F8-A3C0-AF2C57D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57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DEF0F-3CD9-4039-8C82-3FC5F38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OV7670 sem FIFO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C7EC9-2AB5-4D62-B81B-AA9D20B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CF77A-AD90-48CC-930D-0E781E78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Supabase + Android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8A2D4-7893-490C-A25E-31757F4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239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D475A-BE17-4FFB-AE00-A83B0FF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811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20F22-467D-47F5-90DC-5238FA83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ESP32 independentes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864BE-C7D2-4A03-B3A4-5717471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9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9E8"/>
                </a:solidFill>
                <a:latin typeface="Aptos"/>
                <a:ea typeface="Aptos"/>
                <a:cs typeface="Aptos"/>
              </a:rPr>
              <a:t>uma cuida do ambiente</a:t>
            </a:r>
          </a:p>
          <a:p xmlns:a="http://schemas.openxmlformats.org/drawingml/2006/main">
            <a:pPr algn="ctr">
              <a:defRPr sz="1125" b="0">
                <a:solidFill>
                  <a:srgbClr val="C7D9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9E8"/>
                </a:solidFill>
                <a:latin typeface="Aptos"/>
                <a:ea typeface="Aptos"/>
                <a:cs typeface="Aptos"/>
              </a:rPr>
              <a:t>a outra registra imagens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7ABE0-ACA5-439D-9744-04BDEC6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4286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Lauro Andrade  • 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711DB-A29C-4342-A946-49E5F10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8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8D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21118-697E-4ECB-8C38-A4F1D6F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7548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A6B84-7DBD-4C2C-A10B-8296B6C6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400486-3B38-430C-8E77-6D60672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75B019-5437-44B2-8B2E-1DB0BC0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2918-062E-4BA5-93E9-49D5E29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Longe de casa, pequenos problemas podem virar riscos para o pet.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925B9-3917-480C-9DDF-5D8A823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4A8EC-DF0D-4CC1-8375-0D6FE9E8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SEM VISIBILIDADE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0240-536F-4F64-9742-23ADB801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7D14-8BA1-49E1-8D24-031C249D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Água ou ração podem acabar sem aviso.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C8762-D928-4F3E-90F3-58C5B836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D65A6-D3A1-48A0-A345-485187E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Mudanças de temperatura e gás passam despercebidas.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078DC-A569-44D2-8C98-8B17B3A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83802-092F-41A2-85EB-585BF5F2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Não há confirmação visual do ambiente.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565F4-10D7-4271-9031-97A1E8D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COM O PET GUARDIAN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0AEB-E36E-4BC4-AE9B-8A368DD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D4FE0-336C-4D81-9A5B-A29D939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Sensores transformam o ambiente em dados.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4CAF3-56A0-4B96-A103-E42CDD9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CF5D2-6BA7-4A1E-AA87-19367D7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90875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Comandos remotos acionam recursos essenciais.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69F4E-7A1F-4139-A8E6-B54225C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C27CC-37C1-4448-B064-5BB6BBC3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53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Fotos e histórico ajudam a acompanhar a rotina.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44598-63B5-4A24-A8E4-B2F0AAD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proposta é reduzir a distância entre o tutor e o ambiente do animal.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FD0AC-F27A-4FA8-A921-03CBE3C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B1C95-1E7F-47FE-9A4A-3C3AC615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14202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66678-0F34-4841-A160-D18663B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589CD2-082F-4BD1-B588-CBF668E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3308C6-022A-4FD8-B642-020541F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1E662-C804-4FE7-86BA-D817D5C9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solução única conecta cuidado físico, informação e 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59CCA-E61E-4A89-8CAB-F8A0CCE6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D14C5-D499-44FA-BBAB-BC23173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MONITORAR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F782E-A5C0-4AEA-9474-C0FA3568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temperatura, umidade,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água, ração e presença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F9040-B3FC-4DCC-B605-E4C9B2E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33625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3D6DB-DA8E-4B50-9C8D-FC024BD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431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AGIR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9D4BF-8F12-40F3-B8ED-DE17AB2B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alimentador, bomba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iluminação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35517-3ED7-43E2-941B-1C5CECA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B6024-4818-4313-8234-B2F4AF8E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D85FA-687D-4720-8C46-75A7A64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fotos, eventos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linha do tempo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38AE-B69F-4877-96DF-0A304CEE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33625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3FFAC-B6F5-40CF-8F7D-2FA8479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431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ALERTAR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7C936-D1CE-41EF-9645-511AF3A5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notificações 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offline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7949A-563A-4B08-8FE1-C9FB201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E6F3"/>
                </a:solidFill>
                <a:latin typeface="Aptos"/>
                <a:ea typeface="Aptos"/>
                <a:cs typeface="Aptos"/>
              </a:rPr>
              <a:t>Tudo acessível pelo celular, com histórico armazenado na nuvem.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10F14-D8F2-4956-B43B-29F982C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8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8D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5698F-AC37-40B5-A9A0-45C091CE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3592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C8AAC-A7A6-41CB-AE34-C626075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51B006-121E-4450-BED8-3C2BB4C6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041A25-DFCD-418B-9188-5931A54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05297-FD17-4DBE-B22F-6ABF084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Duas ESP32 separam o monitoramento da captura de imagens.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0a7516aee4ffd"/>
          <a:stretch xmlns:a="http://schemas.openxmlformats.org/drawingml/2006/main"/>
        </p:blipFill>
        <p:spPr>
          <a:xfrm xmlns:a="http://schemas.openxmlformats.org/drawingml/2006/main">
            <a:off x="1393371" y="1809750"/>
            <a:ext cx="734785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8F906-9C00-4E41-862F-9C6DA19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POR QUE SEPARAR?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A1522-F7D9-4C75-878F-261E983C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menos disputa por memória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filas de comandos independentes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câmera envia direto ao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manutenção mais simples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4F488-FA7C-4C87-A16E-BEFAC636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C6644-5D26-4624-ABF2-47612B85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89709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307B2-D44A-441B-A9FC-A0978C9F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541B91-9F77-4527-9288-4F03814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1A9EC3-5823-4987-9EC3-90E969C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6D7CF-E544-4ACF-A8C2-EA8A3E77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hub traduz o ambiente em níveis, alertas e acionamentos.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fed3b69914163"/>
          <a:stretch xmlns:a="http://schemas.openxmlformats.org/drawingml/2006/main"/>
        </p:blipFill>
        <p:spPr>
          <a:xfrm xmlns:a="http://schemas.openxmlformats.org/drawingml/2006/main">
            <a:off x="1301028" y="1762125"/>
            <a:ext cx="5779943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8E324-7AD3-4EB8-AE68-BEFCFB8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10 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A0B12-F442-4EB5-80D5-C2A966E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recipiente de 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BCE07-FBA3-45B6-806F-AF3BE79D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384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base do cálculo de 0 a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549EB-4F31-4D43-B219-25B97BE9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14 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7DFAA-7D24-421C-AA2F-18B77056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recipiente de água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48FD6-EEC9-4C16-AB4B-4AF1CE9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529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base do cálculo de 0 a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C2481-79B5-4CF8-90EF-00B929B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4312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A8617-D725-434C-B730-0EA04DE9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765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saídas de controle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08BEB-824D-4B5F-9DE7-F80DB9E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384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iluminação, motor e bomba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3BCD6-E37B-4A40-AB73-A49A723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5762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46A8C-B8A6-4776-BAB7-C2F3A688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3910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tipos de leitura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31E3A-0F03-4E88-8AC3-698C9BCE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529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ambiente, níveis e presença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5DD1F-0F05-41A2-9AF4-2279721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C2C5C-496B-43BF-9C86-E3779BE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6151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A0AE58-21F6-4ED7-985C-45B46CB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824FC6-568C-447E-AEBC-E17D5FBC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91D37B-E39A-45C7-A37D-8C6ADBE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CÂMERA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B463A-8DE8-4872-9679-4B9A7B7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OV7670 captura e publica a foto sem passar pelo 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EC5CE-69DD-4F09-903F-B3EF368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B1123-23C0-4446-B8CA-AE78927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79840-9556-4A1D-A6AB-780FB648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solicita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capture_photo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A8014-CED5-45F2-A963-8DD8D58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CDC65-E8D0-4357-85A3-CB7CFDA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9B768-ACAB-433B-96C2-0BEAD8C5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43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29038-DACE-43B6-830D-3150AB6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956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Supabase entrega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fila da câmera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14EC5-D353-4EF3-96EA-EADAFC5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00375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BA5E9-BEE9-4914-8A01-B3B34C5E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8125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A7440-2F77-4851-9CC0-CE15F30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43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51E76-2D7B-40EA-AD03-FBECB14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956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ESP32 lê a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OV7670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8DDF9-681E-4E22-A4A6-E64DBA0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7A69E-7F4B-4662-B360-6C11925C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8125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4CE63-EBD4-4496-B186-B5A1FCA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43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5B192-197C-4C48-A80E-80DFD57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BMP vai ao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Storage privado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CB501-2B0A-415E-B3F9-5CA91C1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0375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8F2C8-E45F-45E8-A40F-FAD8D3A6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8125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AEB33-5422-4FA1-90D7-ACEED89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543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21F3E-F1FA-4C55-BE69-D3741489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956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baixa por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URL assinada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D2AA6-217F-4599-B573-DC75108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BECF3-201B-48CE-A7C1-6B5C5D00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80 × 60 bruto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C7294-13F2-4B44-85B6-7F53CAA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1619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90B7F-E699-45A7-A74D-7F2617D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72 × 49 útil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CBD48-9C7D-4A86-A896-82C91F33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7F3762-E361-459A-97E9-D57F63B3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FIFO e sem PSRAM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6E0BE-1E49-42CD-9693-3C3B942D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E6F3"/>
                </a:solidFill>
                <a:latin typeface="Aptos"/>
                <a:ea typeface="Aptos"/>
                <a:cs typeface="Aptos"/>
              </a:rPr>
              <a:t>Baixa resolução foi uma decisão técnica para manter memória disponível ao HTTPS.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38BB3-CEA8-4EEF-9457-14F3610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8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8D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697CA-F305-4BEE-8376-4174C24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87328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C41E4-C988-4481-96E1-6312D5A2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289430-AFD4-416A-936B-7FE7EE1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1784F2-4509-43A2-9264-0AF0C64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4A2DE-A98F-404D-9BD6-EA32D605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aplicativo transforma telemetria em decisões simples.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8BDE6-74CB-4B36-BC1F-84812F9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571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9A4FE-78DA-4585-BD32-028AC7A8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92337-267D-4E56-ACAD-E21F91B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0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06F03-AB4A-4064-815C-BDC33032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sensores, níveis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A070B-4AF8-4346-A57A-54486FDE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571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2AE09-7F74-48C5-BE48-D054E4ED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E07B1-0FE1-4964-873A-8FBD4AE8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451CA-A800-43FF-9B61-3514A8C3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52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alimentador, bomba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 iluminação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25468-9521-498C-BCDF-036F967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571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FADB0-41CE-4851-BF19-2FAA660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61C9A-DCAA-462C-ACE5-88FFE4D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FOTOS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F88B-836D-4AEE-B47B-3F5DB58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52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álbuns, favoritos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 compartilhamento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2A8D3-DFFF-449A-BC23-61E35D7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571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34254-2C7B-4808-A06D-94D13BC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3CEBA-955C-4DCA-95A6-09F72096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00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AJUSTES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CF96C-61BA-49BB-AC2A-76B611CF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52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automações,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notificações e limpeza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F827D-003A-4D89-A5AD-9799D978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053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BDB9E-FE5E-441B-B518-96556181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76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0E6E4-25C0-4F0B-8BD5-8C1C7EFF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66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HTTPS + JSON + Storage privado + URLs assinadas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202E9-4770-4F78-B244-0405E23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620CD-6E00-4114-9B0C-5105EB46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85862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0D9B3-6270-486D-8E62-B096294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D51EE3-774D-4B97-909D-439745E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4EA7C4-7439-4819-B917-B49A871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VALIDAÇÃO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E0690-4CE2-452D-A144-C18115D7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fluxo completo foi testado do sensor até o celular.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9EB6A-35EB-44D7-BA0E-2680FBD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BBA00-851A-4A3E-8502-6513BEBE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0D555-88C1-4C33-A459-1EE6CD38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firmware compilado e leituras publicadas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E40F0-A15E-4161-AA62-5B114DDF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C9493-7A44-4A4C-9B95-AE11C5F1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75C54-83D6-43D7-BB16-961226EA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Câmera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C7878-F230-4182-BDBD-8CA6E12D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captura local BMP e envio remoto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2554C-53CF-4D27-95D6-88EDE88E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A25E7-07D3-4A56-9CB1-5C7A13C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C8667-A526-4F67-9716-9BC18847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Nuvem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7AC7D-9B39-441B-B80F-B0F406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telemetria, filas e Storage privado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09830-DA29-4130-89AF-6E5963CC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29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339BD-611F-4F9F-9850-3AC0B456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66445-4C5F-4799-8BA0-17539BB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FB90C-00A9-4390-ABD5-AAF4495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APK instalado no Samsung S24 Ultra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09953-0B7F-40B7-84F0-010F2BBE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91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ED8E9-292E-4CFA-9E1A-270AD4F8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1382E-7D2F-4E06-BE1E-BC4F1AFD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00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Integração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61554-BBD6-4DE3-A94E-F34A6546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app → comando → câmera → foto →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5046B-0121-4BEF-863B-3D499D75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06F7E-C88E-4337-8DCB-D208758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72125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Resultado principal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E5B9E-0CD1-4EB9-8AA4-ABB36119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102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fotos reais recebidas no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9CB9A-7362-4624-8DB7-6F4F7678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24A76-B6D2-4A59-B268-9CCAFB15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014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F0FF0-9553-4A05-B923-0F4B32C4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40A548-BB3C-4982-A438-1EF0152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B503DE-F4CD-45F5-978D-FD29473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ENGENHARIA RESPONSÁVEL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90ECC-D6D7-4E48-ABEF-6241CC3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protótipo funciona, mas segurança elétrica e calibração são essenciais.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03E30-B2C5-41AE-AAE9-BB221F0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97DB8-A67E-4558-963C-498147CE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PRÁTICAS DE 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9EF34-37E1-45CF-BA07-EDBF2A5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1E4BD-720F-4B98-B1A3-93FE4365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Motor e bomba usam fonte externa e ponte 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85F81-F4A4-42E2-84B4-16052B2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6E7DF-FFBE-47C7-BBE7-F2643C43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ECHO dos HC-SR04 deve ser reduzido para 3,3 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3B7D3-FB28-4ECA-8B7A-D78CEC60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8CA46-7DFC-41AC-A726-615E1DB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Bucket privado e tokens fora do código público.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3B0FD-2F2F-491C-9A15-D55E3BE3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DB23F-0018-4462-9DF2-F717854A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LIMITAÇÕES ATUAIS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DB630-C8B3-4ED2-961A-C5CFD348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1B48C-3BFF-4AC6-9B6A-EC0CF31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OV7670 sem FIFO oferece baixa resolução.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2E191-8475-467E-897C-ABB0DF5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69331-5329-407F-8451-E7C6161A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Ultrassônicos exigem calibração física.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B66-3C3E-4A18-9815-3E78346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E3B7E-0EBD-4B13-91C8-AC631A34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Montagem em protoboard é sensível a ruído.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6674A-C88D-48FE-89E5-27E1A8E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8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8D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6548F-B34F-4422-A9E0-B0B1667E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29063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A9F86-E3C9-4CC3-8AB8-7E1C12AB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2AE9F2-31D0-453F-B9D4-E5BFCB0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811D88-AB30-40EB-9A44-09FAE66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81B33-DD4B-4E3D-8721-1DDC1BD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Pet Guardian mostra que IoT pode transformar dados em cuidado.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B402D-6658-44E4-AE01-633F73F7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AE60"/>
                </a:solidFill>
                <a:latin typeface="Aptos"/>
                <a:ea typeface="Aptos"/>
                <a:cs typeface="Aptos"/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8A711-B9D6-49D4-8685-6DA439A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1DFDC-10C4-428D-85FA-913E33B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monitorar, agir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 registrar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C9AF3-ED5A-421B-9BFB-E7A4C5E1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PRÓXIMO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5284F-9CD8-46CD-9DE0-FE62F818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159E3-9CB1-47E2-88F6-0CE6611E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placa dedicada,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gabinete e calibração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4AC30-00C1-44EF-8ABC-26ECE54B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FUTURO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07C47-A4C7-4B88-B793-C0F77570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FF652-0953-407A-9332-8BADDEA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notificações push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 análises de rotina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B5FDB-CBB8-42F0-830B-C7A9DED4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Código, documentação, esquema elétrico, Wokwi e aplicativo: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74150-7602-4900-940E-E8968D71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github.com/LauroAnd34/pet-monitor-iot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C9B51-BA18-49BE-B441-58B6F15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C8E57-B377-4A5D-9D3B-970EB26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Obrigado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EA9AF-534A-4F32-B752-0249F227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Lauro Andrade  |  Pet Guardian 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7FA44-B581-40ED-8DB2-9D88B31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348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2026-06-14T22:35:34.5900000Z</dcterms:created>
  <dcterms:modified xsi:type="dcterms:W3CDTF">2026-06-14T22:35:34.5910000Z</dcterms:modified>
</coreProperties>
</file>